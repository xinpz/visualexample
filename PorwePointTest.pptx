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E374-A440-49E8-B692-E842CAE4F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23219-DF05-C433-E0FE-04409017A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7DB84-0011-2977-2E13-933750CB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DF3C-FD88-704E-549D-F5464DC4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F90FC-B9E7-E0F7-0CF6-4F8D829A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6696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14A8-407A-D96B-D970-187FF719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0889-681E-D8E1-B234-6719B6E3A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0028-381F-6DD5-4E26-1A17A57CF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1C06A-2DE4-0528-03EB-8C7960CE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750C4-CFF2-19CD-A0C4-C44EB044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281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1665-ED0C-E4F9-B590-8FA034A5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5E4B7-86FD-1B32-CF75-E673567D5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FC196-2870-D167-A4DE-EEB40625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55C9-4852-21AB-41BC-119E72F5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6104E-4118-CFBC-293A-86DCE516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1104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CD98-5183-7FF2-EA51-26BD3A4F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5DC6A-AF05-21F3-D343-1F8FBB69B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BB254-7923-2DAA-4523-427BBCC1D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4C804-280A-F6BF-B0B8-3F3A2E8B1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D5C18-7CDB-3D00-4028-9B0A373C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3071D-605A-DD95-9869-B506EB91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5274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ACB5-B6A6-7461-F521-6ECBA4B9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A23F5-932D-6C1C-3BF5-93A89957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57452-91DB-7B01-CF87-D84493CB0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F700B-4F0B-9487-D907-67DECFD6C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BBF30-B9A2-F5EA-078A-790D66D16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4A187-8442-EE43-BAC3-F571FF9F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BCE3C-A3D1-2D82-B3D7-D4E7F1B0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B4AB6-7007-D50D-0C72-371B0657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2523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F0264-D335-DE21-EAEE-CEBA7E88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94947-FBC5-6EFD-88A4-2FD59189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9C648-C0DC-2B45-83AE-74AEC238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9B2DA-90C6-10B1-614A-1185AD23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7724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20940-7825-74C6-1018-706F0250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BA468-7E34-040D-A5D8-F1D5F3E0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690CA-06EF-CFAA-98C1-821D12C7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386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D8B3-A222-A403-5817-52F702B1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E8EE6-0A4E-8956-F75A-ABB0D34B8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01A34-B2BE-A5CA-EC33-47EBD07DD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C648C-C3BD-0E29-5645-DEC77EB5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A2C55-5E4B-EC25-6CA3-5B71FE5DE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1326-F00C-3874-3C61-40B254E8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060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B82CE-9469-AFBE-6734-525BA387D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34D77-5D35-4279-5969-E054243A4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C0084-0CE2-8A69-E30C-B1D55F977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F3A0C-7B57-BC20-9251-4BABAC57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8387B-3641-8726-90A0-244ECFBF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080DC-B734-1C7F-7F41-B4B70A80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4351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3B71-4E8E-A1E7-A997-44A0A1E9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EABD8-668F-2F44-6EB0-3DA44F710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F725C-2C42-A9B9-9115-45157CE81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19BAF-0CD5-6E91-DA64-7F538202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DC526-B9F6-AC28-88C7-9921FFBC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35136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AE525-6725-2075-6E33-E66F41050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65FAB-F4E9-F268-6685-72009C07D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91947-C5B4-C6DD-9ECE-83BE7942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65E84-2600-4D33-BE91-EF2B5FD2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BE26E-0FE7-7CFC-0B80-A54DE30D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8184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80324-D54F-CE3C-6928-71B180DE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499A-A03A-55CF-2AAD-AB544A7A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80CA-6B6F-A384-EE81-A03D13774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4A9BF-2D58-4B26-B77D-4DD1F5B7F7D0}" type="datetimeFigureOut">
              <a:rPr lang="es-419" smtClean="0"/>
              <a:t>28/8/2026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2662C-AD70-07E1-1F99-750EF9787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6F9C1-668F-50B5-CDCB-2E3CFEA5B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3E52C-2042-472C-8539-B9C94CA82CA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3327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671E-6D99-02A7-0E85-49764B08B7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>
                <a:latin typeface="Century Gothic" panose="020B0502020202020204" pitchFamily="34" charset="0"/>
              </a:rPr>
              <a:t>Prueba Power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94183-9487-225A-7405-E664790496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>
                <a:latin typeface="Century Gothic" panose="020B0502020202020204" pitchFamily="34" charset="0"/>
              </a:rPr>
              <a:t>Xin</a:t>
            </a:r>
          </a:p>
        </p:txBody>
      </p:sp>
    </p:spTree>
    <p:extLst>
      <p:ext uri="{BB962C8B-B14F-4D97-AF65-F5344CB8AC3E}">
        <p14:creationId xmlns:p14="http://schemas.microsoft.com/office/powerpoint/2010/main" val="309023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46A2-4E27-E382-7601-48061B8D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Century Gothic" panose="020B0502020202020204" pitchFamily="34" charset="0"/>
              </a:rPr>
              <a:t>Diapositiva nueva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B323-979F-3FE7-05FD-995806D9B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7548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E42D-6C66-0B96-F27D-238F313B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9BC4-E880-6B84-5D0B-C7AE6BE3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>
                <a:latin typeface="Century Gothic" panose="020B0502020202020204" pitchFamily="34" charset="0"/>
              </a:rPr>
              <a:t>Diapositiva nueva 2</a:t>
            </a:r>
            <a:endParaRPr lang="es-419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255A1-F0DE-7CCC-A879-060D8CC00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6158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Office Theme</vt:lpstr>
      <vt:lpstr>Prueba Power Point</vt:lpstr>
      <vt:lpstr>Diapositiva nueva</vt:lpstr>
      <vt:lpstr>Diapositiva nueva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Xin Pérez Zhou</dc:creator>
  <cp:lastModifiedBy>Alexandra Xin Pérez Zhou</cp:lastModifiedBy>
  <cp:revision>3</cp:revision>
  <dcterms:created xsi:type="dcterms:W3CDTF">2026-08-28T17:10:42Z</dcterms:created>
  <dcterms:modified xsi:type="dcterms:W3CDTF">2026-08-28T17:57:53Z</dcterms:modified>
</cp:coreProperties>
</file>