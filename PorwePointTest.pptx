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s-419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5E374-A440-49E8-B692-E842CAE4F7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419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923219-DF05-C433-E0FE-04409017A2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419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C7DB84-0011-2977-2E13-933750CBA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4A9BF-2D58-4B26-B77D-4DD1F5B7F7D0}" type="datetimeFigureOut">
              <a:rPr lang="es-419" smtClean="0"/>
              <a:t>28/8/2026</a:t>
            </a:fld>
            <a:endParaRPr lang="es-419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4ADF3C-FD88-704E-549D-F5464DC4C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F90FC-B9E7-E0F7-0CF6-4F8D829A2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3E52C-2042-472C-8539-B9C94CA82CAC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366964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C14A8-407A-D96B-D970-187FF7198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419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3A0889-681E-D8E1-B234-6719B6E3AD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419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A30028-381F-6DD5-4E26-1A17A57CF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4A9BF-2D58-4B26-B77D-4DD1F5B7F7D0}" type="datetimeFigureOut">
              <a:rPr lang="es-419" smtClean="0"/>
              <a:t>28/8/2026</a:t>
            </a:fld>
            <a:endParaRPr lang="es-419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1C06A-2DE4-0528-03EB-8C7960CEA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750C4-CFF2-19CD-A0C4-C44EB0448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3E52C-2042-472C-8539-B9C94CA82CAC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40728180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61665-ED0C-E4F9-B590-8FA034A5D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419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D5E4B7-86FD-1B32-CF75-E673567D5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CFC196-2870-D167-A4DE-EEB40625C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4A9BF-2D58-4B26-B77D-4DD1F5B7F7D0}" type="datetimeFigureOut">
              <a:rPr lang="es-419" smtClean="0"/>
              <a:t>28/8/2026</a:t>
            </a:fld>
            <a:endParaRPr lang="es-419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C555C9-4852-21AB-41BC-119E72F55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A6104E-4118-CFBC-293A-86DCE5160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3E52C-2042-472C-8539-B9C94CA82CAC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9110487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4CD98-5183-7FF2-EA51-26BD3A4F2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419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5DC6A-AF05-21F3-D343-1F8FBB69BA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419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6BB254-7923-2DAA-4523-427BBCC1D2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419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54C804-280A-F6BF-B0B8-3F3A2E8B1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4A9BF-2D58-4B26-B77D-4DD1F5B7F7D0}" type="datetimeFigureOut">
              <a:rPr lang="es-419" smtClean="0"/>
              <a:t>28/8/2026</a:t>
            </a:fld>
            <a:endParaRPr lang="es-419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3D5C18-7CDB-3D00-4028-9B0A373C9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F3071D-605A-DD95-9869-B506EB918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3E52C-2042-472C-8539-B9C94CA82CAC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2527475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DACB5-B6A6-7461-F521-6ECBA4B9A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419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7A23F5-932D-6C1C-3BF5-93A899573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557452-91DB-7B01-CF87-D84493CB06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419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DF700B-4F0B-9487-D907-67DECFD6C4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EBBF30-B9A2-F5EA-078A-790D66D163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419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4A187-8442-EE43-BAC3-F571FF9F5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4A9BF-2D58-4B26-B77D-4DD1F5B7F7D0}" type="datetimeFigureOut">
              <a:rPr lang="es-419" smtClean="0"/>
              <a:t>28/8/2026</a:t>
            </a:fld>
            <a:endParaRPr lang="es-419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3BCE3C-A3D1-2D82-B3D7-D4E7F1B08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3B4AB6-7007-D50D-0C72-371B06573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3E52C-2042-472C-8539-B9C94CA82CAC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7252373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F0264-D335-DE21-EAEE-CEBA7E884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419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F94947-FBC5-6EFD-88A4-2FD591899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4A9BF-2D58-4B26-B77D-4DD1F5B7F7D0}" type="datetimeFigureOut">
              <a:rPr lang="es-419" smtClean="0"/>
              <a:t>28/8/2026</a:t>
            </a:fld>
            <a:endParaRPr lang="es-419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A9C648-C0DC-2B45-83AE-74AEC2381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69B2DA-90C6-10B1-614A-1185AD23D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3E52C-2042-472C-8539-B9C94CA82CAC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277242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A20940-7825-74C6-1018-706F02502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4A9BF-2D58-4B26-B77D-4DD1F5B7F7D0}" type="datetimeFigureOut">
              <a:rPr lang="es-419" smtClean="0"/>
              <a:t>28/8/2026</a:t>
            </a:fld>
            <a:endParaRPr lang="es-419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BBA468-7E34-040D-A5D8-F1D5F3E07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1690CA-06EF-CFAA-98C1-821D12C77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3E52C-2042-472C-8539-B9C94CA82CAC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938603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6D8B3-A222-A403-5817-52F702B19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419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E8EE6-0A4E-8956-F75A-ABB0D34B8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419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501A34-B2BE-A5CA-EC33-47EBD07DD8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1C648C-C3BD-0E29-5645-DEC77EB58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4A9BF-2D58-4B26-B77D-4DD1F5B7F7D0}" type="datetimeFigureOut">
              <a:rPr lang="es-419" smtClean="0"/>
              <a:t>28/8/2026</a:t>
            </a:fld>
            <a:endParaRPr lang="es-419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6A2C55-5E4B-EC25-6CA3-5B71FE5DE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4F1326-F00C-3874-3C61-40B254E8C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3E52C-2042-472C-8539-B9C94CA82CAC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906024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B82CE-9469-AFBE-6734-525BA387D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419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C34D77-5D35-4279-5969-E054243A41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419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0C0084-0CE2-8A69-E30C-B1D55F9771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3F3A0C-7B57-BC20-9251-4BABAC579C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4A9BF-2D58-4B26-B77D-4DD1F5B7F7D0}" type="datetimeFigureOut">
              <a:rPr lang="es-419" smtClean="0"/>
              <a:t>28/8/2026</a:t>
            </a:fld>
            <a:endParaRPr lang="es-419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08387B-3641-8726-90A0-244ECFBF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C080DC-B734-1C7F-7F41-B4B70A80D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3E52C-2042-472C-8539-B9C94CA82CAC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343517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D3B71-4E8E-A1E7-A997-44A0A1E97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419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FEABD8-668F-2F44-6EB0-3DA44F7109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419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F725C-2C42-A9B9-9115-45157CE81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4A9BF-2D58-4B26-B77D-4DD1F5B7F7D0}" type="datetimeFigureOut">
              <a:rPr lang="es-419" smtClean="0"/>
              <a:t>28/8/2026</a:t>
            </a:fld>
            <a:endParaRPr lang="es-419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619BAF-0CD5-6E91-DA64-7F538202A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0DC526-B9F6-AC28-88C7-9921FFBCC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3E52C-2042-472C-8539-B9C94CA82CAC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8351362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2AE525-6725-2075-6E33-E66F410505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419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165FAB-F4E9-F268-6685-72009C07D7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419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691947-C5B4-C6DD-9ECE-83BE79429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4A9BF-2D58-4B26-B77D-4DD1F5B7F7D0}" type="datetimeFigureOut">
              <a:rPr lang="es-419" smtClean="0"/>
              <a:t>28/8/2026</a:t>
            </a:fld>
            <a:endParaRPr lang="es-419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465E84-2600-4D33-BE91-EF2B5FD2F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ABE26E-0FE7-7CFC-0B80-A54DE30D7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3E52C-2042-472C-8539-B9C94CA82CAC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0818493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D80324-D54F-CE3C-6928-71B180DE0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419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40499A-A03A-55CF-2AAD-AB544A7A3B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419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9E80CA-6B6F-A384-EE81-A03D13774F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64A9BF-2D58-4B26-B77D-4DD1F5B7F7D0}" type="datetimeFigureOut">
              <a:rPr lang="es-419" smtClean="0"/>
              <a:t>28/8/2026</a:t>
            </a:fld>
            <a:endParaRPr lang="es-419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F2662C-AD70-07E1-1F99-750EF9787F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419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B6F9C1-668F-50B5-CDCB-2E3CFEA5B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23E52C-2042-472C-8539-B9C94CA82CAC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433279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419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A671E-6D99-02A7-0E85-49764B08B7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419" dirty="0">
                <a:latin typeface="Century Gothic" panose="020B0502020202020204" pitchFamily="34" charset="0"/>
              </a:rPr>
              <a:t>Prueba Power Point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D94183-9487-225A-7405-E6647904960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419" dirty="0">
                <a:latin typeface="Century Gothic" panose="020B0502020202020204" pitchFamily="34" charset="0"/>
              </a:rPr>
              <a:t>Xin</a:t>
            </a:r>
          </a:p>
        </p:txBody>
      </p:sp>
    </p:spTree>
    <p:extLst>
      <p:ext uri="{BB962C8B-B14F-4D97-AF65-F5344CB8AC3E}">
        <p14:creationId xmlns:p14="http://schemas.microsoft.com/office/powerpoint/2010/main" val="3090231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546A2-4E27-E382-7601-48061B8D3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419" dirty="0">
                <a:latin typeface="Century Gothic" panose="020B0502020202020204" pitchFamily="34" charset="0"/>
              </a:rPr>
              <a:t>Diapositiva nueva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3B323-979F-3FE7-05FD-995806D9BF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9754872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Century Gothic</vt:lpstr>
      <vt:lpstr>Office Theme</vt:lpstr>
      <vt:lpstr>Prueba Power Point</vt:lpstr>
      <vt:lpstr>Diapositiva nueva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Alexandra Xin Pérez Zhou</dc:creator>
  <cp:lastModifiedBy>Alexandra Xin Pérez Zhou</cp:lastModifiedBy>
  <cp:revision>2</cp:revision>
  <dcterms:created xsi:type="dcterms:W3CDTF">2026-08-28T17:10:42Z</dcterms:created>
  <dcterms:modified xsi:type="dcterms:W3CDTF">2026-08-28T17:29:13Z</dcterms:modified>
</cp:coreProperties>
</file>